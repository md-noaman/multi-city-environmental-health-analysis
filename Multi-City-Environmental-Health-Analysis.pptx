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Inter Black"/>
      <p:regular r:id="rId201317"/>
    </p:embeddedFont>
    <p:embeddedFont>
      <p:font typeface="Petrona"/>
      <p:regular r:id="rId201318"/>
    </p:embeddedFont>
    <p:embeddedFont>
      <p:font typeface="Petrona SemiBold"/>
      <p:regular r:id="rId201319"/>
    </p:embeddedFont>
    <p:embeddedFont>
      <p:font typeface="Petrona Bold"/>
      <p:regular r:id="rId201320"/>
    </p:embeddedFont>
    <p:embeddedFont>
      <p:font typeface="Petrona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13372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Multi-City Environmental Health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37372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summary: ingest telemetry (weather + air quality), clean and validate with Pandas, store in SQL, run analytical queries, and visualize results in an interactive Power BI dashboard.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5900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Ingestion — Sources &amp; Scope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57240"/>
            <a:ext cx="1541622" cy="1541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9331" y="3157240"/>
            <a:ext cx="353835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APIs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439331" y="3580705"/>
            <a:ext cx="353835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Open-Meteo weather and air-quality endpoints (hourly, 30 past days) for 10 Indian cities.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15" y="3157240"/>
            <a:ext cx="1541722" cy="154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91870" y="3157240"/>
            <a:ext cx="353835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Cities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991870" y="3580705"/>
            <a:ext cx="353835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Delhi, Mumbai, Bengaluru, Kolkata, Chennai, Hyderabad, Ahmedabad, Pune, Jaipur, Gulbarga.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8247"/>
            <a:ext cx="6296860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Pandas Wrangling &amp; Cleaning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18109"/>
            <a:ext cx="1984524" cy="2755702"/>
          </a:xfrm>
          <a:prstGeom prst="roundRect">
            <a:avLst>
              <a:gd name="adj" fmla="val 381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7902" y="2204541"/>
            <a:ext cx="1611669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Standardize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7902" y="2603004"/>
            <a:ext cx="1611669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column names, clean city aliases (e.g., Bangalore → Bengaluru).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817643" y="2018109"/>
            <a:ext cx="1984524" cy="2755702"/>
          </a:xfrm>
          <a:prstGeom prst="roundRect">
            <a:avLst>
              <a:gd name="adj" fmla="val 381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04070" y="2204541"/>
            <a:ext cx="1611669" cy="590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Types &amp; Timestamps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004070" y="2898477"/>
            <a:ext cx="1611669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timestamps to datetime; coerce numerics for temperature, humidity, pm2_5, pm10, no2, ozone.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973811" y="2018109"/>
            <a:ext cx="1984524" cy="2755702"/>
          </a:xfrm>
          <a:prstGeom prst="roundRect">
            <a:avLst>
              <a:gd name="adj" fmla="val 381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60238" y="2204541"/>
            <a:ext cx="1611669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Dedupe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160238" y="2603004"/>
            <a:ext cx="1611669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exact duplicates; de-duplicate on (city,timestamp) keeping last reading.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1475" y="4945459"/>
            <a:ext cx="6296860" cy="1334294"/>
          </a:xfrm>
          <a:prstGeom prst="roundRect">
            <a:avLst>
              <a:gd name="adj" fmla="val 567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7902" y="5131891"/>
            <a:ext cx="5924005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Impute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47902" y="5530354"/>
            <a:ext cx="59240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Per-city linear interpolation then forward/backfill; fallback to global medians where needed.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004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Validation &amp; Range Checks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3039666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 physical ranges: RH 0–100%, surface pressure 850–1005 hPa, pollutants ≥ 0. Detect and report out-of-range values; clip where appropriate.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hourly continuity per city; insert missing hourly rows and interpolate when gaps exist.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406352"/>
            <a:ext cx="5203794" cy="294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111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Storage &amp; Loading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27424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3342084"/>
            <a:ext cx="6336745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cleaned CSV and load into MySQL table clean_air_weather via SQLAlchemy. Example: df.to_sql(..., if_exists='replace').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update DB credentials securely (avoid plaintext in production).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Baseline Pollution Ranking (avg PM2.5)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24322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6397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Delhi exhibits the highest baseline PM2.5 among the 10 cities.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45728"/>
            <a:ext cx="6296860" cy="11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Temporal Patterns — Weekday, Day/Night &amp; Rush Hours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854153" y="2102644"/>
            <a:ext cx="19050" cy="4009529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5" name="Shape 2"/>
          <p:cNvSpPr/>
          <p:nvPr/>
        </p:nvSpPr>
        <p:spPr>
          <a:xfrm>
            <a:off x="1027781" y="2285802"/>
            <a:ext cx="51384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2102644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9268" y="2126704"/>
            <a:ext cx="269769" cy="3372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710588" y="2161480"/>
            <a:ext cx="524774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Weekday vs Weekend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710588" y="2535535"/>
            <a:ext cx="5247747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patterns: Delhi higher on weekends (61.4 → 68.49). Most cities show small weekday &gt; weekend differences.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27781" y="3551634"/>
            <a:ext cx="51384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3368477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9268" y="3392537"/>
            <a:ext cx="269769" cy="3372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710588" y="3427313"/>
            <a:ext cx="524774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Day vs Night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710588" y="3801368"/>
            <a:ext cx="524774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cities show higher nighttime PM2.5 (e.g., Delhi ~63.6 night), others peak daytime (Ahmedabad daytime 23.62 vs night 14.96).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27781" y="5078710"/>
            <a:ext cx="51384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6" name="Shape 13"/>
          <p:cNvSpPr/>
          <p:nvPr/>
        </p:nvSpPr>
        <p:spPr>
          <a:xfrm>
            <a:off x="661475" y="4895552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9268" y="4919613"/>
            <a:ext cx="269769" cy="3372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710588" y="4954389"/>
            <a:ext cx="524774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Rush Hours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710588" y="5328444"/>
            <a:ext cx="524774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Rush-hour segmentation reveals simultaneous changes in PM2.5, temperature, RH, and NO2 — e.g., Delhi evening rush PM2.5 79.68, NO2 63.94.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853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Volatility &amp; Extremes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118320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city-level means and standard deviations for PM10, temperature, humidity, and NO2 to isolate volatility (unexpected fluctuations).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800475"/>
            <a:ext cx="350421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Delhi: avg_pm10 127.18, pm10_volatility 133.88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Jaipur: avg_pm10 100.62, pm10_volatility 77.69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Bengaluru: avg_temp 23.59, temp_volatility 2.89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924844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853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Rain Events &amp; Peak Pollution Days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737247"/>
            <a:ext cx="350421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Rainy hours (precipitation &gt; 0) by city: Mumbai 759, Kolkata 504, Bengaluru 329, Delhi 325, Pune 313.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PM2.5 day per city (single worst day): Delhi 2026-08-31 (116.19), Jaipur 2026-08-27 (59.57), Bengaluru 2026-09-05 (11.15).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924844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1257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Dashboard &amp; Next Steps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412" y="1807567"/>
            <a:ext cx="5773395" cy="4146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872655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interactive dashboard includes pollutant selector (PM2.5 selected), heat-stress tiers, time-series trends, city rankings, and geographic hotspots.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3597374"/>
            <a:ext cx="3504219" cy="2249091"/>
          </a:xfrm>
          <a:prstGeom prst="roundRect">
            <a:avLst>
              <a:gd name="adj" fmla="val 3530"/>
            </a:avLst>
          </a:prstGeom>
          <a:solidFill>
            <a:srgbClr val="CCEE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3884116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6499" y="3814663"/>
            <a:ext cx="270096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steps: operationalize pipeline, secure DB credentials, add real-time streaming, and integrate alerts for peak pollution events.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2026-09-07T02:29:27Z</dcterms:created>
  <dcterms:modified xsi:type="dcterms:W3CDTF">2026-09-07T02:29:27Z</dcterms:modified>
</cp:coreProperties>
</file>